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60" r:id="rId6"/>
    <p:sldId id="262" r:id="rId7"/>
    <p:sldId id="263" r:id="rId8"/>
    <p:sldId id="259" r:id="rId9"/>
    <p:sldId id="261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AA6-5CBB-A86B-9865-6AACBAE79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D1ECC-63D4-566C-CCD3-FB37D3CEF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5D25-8435-9BB5-A886-0A765196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6E1C0-8584-EBD6-7699-240E516A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719C3-F93E-3145-16B7-D6959242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8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4A5B-339C-B264-082D-64B257A3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8D23-8973-5DC3-B7EA-6F121D81B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48C99-FCD9-5D2E-E6C5-CBB910C7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7EBCD-486B-D362-FA05-AC7480EF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7F92E-AF75-418C-A257-18991B7A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22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0C003-B55F-D5A6-D76F-13A8F6B7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025D6-6F0C-2153-6BD8-57551FC65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28483-E273-3105-E7B9-C33FA33BD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8E36-F424-3678-ED4C-FF9B23E0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812F7-1574-D50B-420D-F155D214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3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AE69-906E-069D-F7C5-860AD208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C791C-FFE0-9EC3-D233-3FBB63062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FFE4E-6DAB-53E3-9E1E-D4831B296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8C8FB-326C-6CA9-AF81-BD204DD7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C363D-96ED-DDB6-5B38-4FD58A3DD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4B866-07A5-C97F-0795-1AF5E04D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3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A5D2-A258-7322-C81C-44353957D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0AAE-9CB6-0FB8-7E32-C2365114E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7118A-2760-CD93-2F0B-7DCB8D9CB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AF4D9-DF33-D0BF-AB98-9C7B5A045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0F2C00-DDBA-702A-C077-CD24E658D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3FA4C7-73F1-2F94-1259-6CA7C49F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55F99-7D57-E9FC-DDCD-B9800EA0B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897C3-838D-8514-3E1F-16B18CCD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9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96BE3-B317-C366-D8E1-0BE2621F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D412A-0BB9-90B6-FE54-8AF30F74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F6CB3-0733-14D2-5278-BA35F835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B1FCD-0D5F-B68C-7C4D-ACF08303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6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3C2D8-6B7D-E6B5-B1A0-E3534BDA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AE7AA-3FB9-BE8F-8593-1F91DD64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5D852-15AB-C27B-B717-454FFA86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9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E359-9873-302A-B755-3EBB0729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92BA-2FF5-BC5C-981F-D1573E2C8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FAEE0-F29B-DD65-CB9E-593BE92D4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A8B39-870D-46D1-CB54-9F06D067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F2D39-697F-5276-3077-6BAA8C00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68A36-0374-19B7-8139-CB7CE5D9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3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CAEF-4720-6C63-54BD-80DAB434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818B7B-0426-6590-BDD1-35399D8B2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17E12-40C3-1CB6-8541-7B0427411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C2761-1F00-9B7C-74F5-5967A1724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53337-BD91-FF64-176C-AD62E585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A430-3A2F-91D9-1DEA-7F6E738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6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AB36-7F86-472C-7B7F-2D248B870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EF793-CD08-8487-A6DC-7E66FFE56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58AB-8F11-A76B-C046-D933FC36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53E0-E7E8-583A-088F-6977B20B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02372-00A1-2547-ABFE-ADD839AA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9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21DC8A-6EFF-B657-97AF-0D982500E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F3373-B825-EE2E-B94A-57268773A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E750B-CA75-0F31-049A-5B9150DE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1F94B-4413-4BB4-D61C-9ABB9BFB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EF7C1-6794-FB71-B301-3A8AC0AF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2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A0512-A38F-EBCC-626E-B330825D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EAFF7-CC21-78B2-B498-24A56FFA3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281AB-E118-EB6D-7B5F-BAE65DB97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124F2-B461-4993-8DAA-E392A8E6831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F2705-EF30-6C6A-1E0E-12CA0178F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2FC6-C7BA-090A-CD19-5508F0705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19B3E-6694-4471-BB2F-E72CC5650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8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D6C1-910B-B0BB-BF38-A277753C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3C49-147B-F884-54AE-6DE910C37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Healthcare IAM Lifecycle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AE7DB-FF34-E29B-47F8-07EF775150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AEA7-7509-F111-B704-0A8955FBA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A04E-17DD-3B68-1208-602956B483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1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DB36-33CA-6B6B-73C2-EB3E2E6A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F9F4-42B1-FBAC-20F2-61BF71051E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B5A63-CFB3-8022-3F73-5C4FC6AF39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252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1B07-FEDF-8094-A1BB-931D801D1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C5EC-BD62-8D6B-F1C4-8AEA6E3894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Local MVP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9365E-07E3-42C0-7A67-BBAE846CF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840E-61A4-79EC-4576-E20FA440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8DF8-3FA7-B527-C0B7-2E9974914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Joiner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B810B-773C-56BE-DE24-F588482D3D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7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EB4E-CF6E-D015-38CC-16F47749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D403-1F08-8657-138A-3C1C500B41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Mover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68651-2CC9-2E73-7D8A-D548EA6F0F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50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3413-D518-1B48-2CDF-8A36B25F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57C3-60FB-8AE0-E2DB-40F6A6914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Leaver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C693F-9D23-90AA-0F89-63EB20C505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5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2E6F-447A-B870-8447-8EAA06EC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8AAB-EAAE-0BB9-8B22-86F99FC069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RBAC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D6606-A33B-614D-954B-36C5493632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83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A8C76-0BC3-33FA-C909-914D24E5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D162-DF61-7F3D-4F82-10EF44D6D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Governance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D62E4-A2F1-7B5B-1EEA-3C6BBF949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2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202B-1C22-A0B1-9754-1A5AB01B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150A-238B-C692-4481-DEC8783FD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Audit &amp;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2BEAB-375A-9DD8-C438-9E6B305DD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56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C15D-D345-FFDC-EAA0-56FDEEFF7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0E48-298B-5FBC-6F0A-8D349AFAA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Future Enterprise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A73DF-3A8E-9DA8-ED34-0A06348B9D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C716-0872-D602-61DD-2F57C0C02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89AF-0722-EE99-BA73-8A93DB8E0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C9189-F6D9-57E3-B740-3904A9DB68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19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1F63-3608-174A-BF31-FAB881FB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98EC-FDEF-43F5-21C4-1F4CD65915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Author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9ED5F-3706-9B13-6C0D-8910BDD27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11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Healthcare IAM Lifecycle Automation</vt:lpstr>
      <vt:lpstr>Business Challenge</vt:lpstr>
      <vt:lpstr>Solution Overview</vt:lpstr>
      <vt:lpstr>Local MVP Architecture</vt:lpstr>
      <vt:lpstr>Joiner Workflow</vt:lpstr>
      <vt:lpstr>Mover Workflow</vt:lpstr>
      <vt:lpstr>Leaver Workflow</vt:lpstr>
      <vt:lpstr>RBAC Model</vt:lpstr>
      <vt:lpstr>Governance Controls</vt:lpstr>
      <vt:lpstr>Audit &amp; Reporting</vt:lpstr>
      <vt:lpstr>Future Enterprise Architecture</vt:lpstr>
      <vt:lpstr>Roadmap</vt:lpstr>
      <vt:lpstr>Author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kgf</dc:creator>
  <cp:lastModifiedBy>francis kgf</cp:lastModifiedBy>
  <cp:revision>1</cp:revision>
  <dcterms:created xsi:type="dcterms:W3CDTF">2026-06-05T22:42:36Z</dcterms:created>
  <dcterms:modified xsi:type="dcterms:W3CDTF">2026-06-05T23:03:31Z</dcterms:modified>
</cp:coreProperties>
</file>