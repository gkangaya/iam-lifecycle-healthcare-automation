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IAM Lifecycle Healthcare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 MVP Proof of Concept</a:t>
            </a:r>
          </a:p>
          <a:p>
            <a:r>
              <a:t>Healthcare Sector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onboarding, role changes and offboarding create delays, errors and security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Joiner-Mover-Leaver lifecycle with RBAC, Governance, Audit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Local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CSV -&gt; IAM Engine -&gt; RBAC Mapping -&gt; User Store -&gt; Audit Log -&gt; HTML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Record -&gt; Validation -&gt; RBAC -&gt; Account Creation -&gt; Audit -&gt;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Change -&gt; Validation -&gt; RBAC Update -&gt; Access Modification -&gt; Audit -&gt;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Leaver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Departure -&gt; Validation -&gt; Disable Account -&gt; Remove Groups -&gt; Audit -&gt;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Manager validation</a:t>
            </a:r>
          </a:p>
          <a:p>
            <a:r>
              <a:t>Department validation</a:t>
            </a:r>
          </a:p>
          <a:p>
            <a:r>
              <a:t>Mandatory attributes</a:t>
            </a:r>
          </a:p>
          <a:p>
            <a:r>
              <a:t>RBAC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Role -&gt; Security Groups mapping stored externally in RoleMappings.csv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&amp;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logs, validation messages, lifecycle report and execution summaries.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Enterprise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-&gt; ITSM -&gt; AD -&gt; Entra ID -&gt; M365 -&gt; Audit &amp;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manual work, improved security, traceability and audit readiness.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82880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IAM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2880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RBAC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2880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82880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HTML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